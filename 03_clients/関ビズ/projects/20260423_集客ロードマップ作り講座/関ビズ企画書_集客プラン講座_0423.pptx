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明日からお客さんが増える！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6C00"/>
                </a:solidFill>
              </a:defRPr>
            </a:pPr>
            <a:r>
              <a:t>AIでつくる「うちの店の集客プラン」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DD"/>
                </a:solidFill>
              </a:defRPr>
            </a:pPr>
            <a:r>
              <a:t>〜 無料AIツール「FELO」で、90分であなたの店の集客アクションが見つかる 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</a:defRPr>
            </a:pPr>
            <a:r>
              <a:t>2026年4月23日（木）  |  関市ビジネスサポートセンター（関ビズ）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こんなお悩み、ありませんか？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560320" cy="411480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33333"/>
                </a:solidFill>
              </a:defRPr>
            </a:pPr>
            <a:r>
              <a:t>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SNSをやった方がいいのは</a:t>
            </a:r>
            <a:br/>
            <a:r>
              <a:t>わかるけど、何を投稿すれば…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645920"/>
            <a:ext cx="2560320" cy="411480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33333"/>
                </a:solidFill>
              </a:defRPr>
            </a:pPr>
            <a:r>
              <a:t>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チラシを配っても</a:t>
            </a:r>
            <a:br/>
            <a:r>
              <a:t>反応がわからない…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2560320" cy="411480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33333"/>
                </a:solidFill>
              </a:defRPr>
            </a:pPr>
            <a:r>
              <a:t>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お客さんが来ない</a:t>
            </a:r>
            <a:br/>
            <a:r>
              <a:t>時間帯をなんとかしたい…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560320" cy="411480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33333"/>
                </a:solidFill>
              </a:defRPr>
            </a:pPr>
            <a:r>
              <a:t>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集客って結局</a:t>
            </a:r>
            <a:br/>
            <a:r>
              <a:t>何から始めればいいの？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6C00"/>
                </a:solidFill>
              </a:defRPr>
            </a:pPr>
            <a:r>
              <a:t>▶ この講座で、あなたの店に合った「具体的なアクション」が見つかります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講座概要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754880" cy="2743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6A9F"/>
                </a:solidFill>
              </a:defRPr>
            </a:pPr>
            <a:r>
              <a:t>午前の部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</a:defRPr>
            </a:pPr>
            <a:r>
              <a:t>⏰  10:00 〜 11:30（90分）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333333"/>
                </a:solidFill>
              </a:defRPr>
            </a:pPr>
            <a:r>
              <a:t>👥  定員 6名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645920"/>
            <a:ext cx="4754880" cy="2743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6A9F"/>
                </a:solidFill>
              </a:defRPr>
            </a:pPr>
            <a:r>
              <a:t>午後の部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3774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</a:defRPr>
            </a:pPr>
            <a:r>
              <a:t>⏰  13:00 〜 14:30（90分）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333333"/>
                </a:solidFill>
              </a:defRPr>
            </a:pPr>
            <a:r>
              <a:t>👥  定員 6名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📱  持ち物：スマホまたはPC（各自の通信回線を使用）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333333"/>
                </a:solidFill>
              </a:defRPr>
            </a:pPr>
            <a:r>
              <a:t>🤖  使用ツール：FELO（無料AIツール・アカウント登録不要）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333333"/>
                </a:solidFill>
              </a:defRPr>
            </a:pPr>
            <a:r>
              <a:t>📝  成果物：1枚アクションシート（ネット施策＋リアル施策）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333333"/>
                </a:solidFill>
              </a:defRPr>
            </a:pPr>
            <a:r>
              <a:t>💡  事前準備：今やっている集客方法を整理しておくだけでOK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90分で得られること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731520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お客様の行動が</a:t>
            </a:r>
            <a:br/>
            <a:r>
              <a:t>見えるようになる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AIがあなたのお客様の</a:t>
            </a:r>
            <a:br/>
            <a:r>
              <a:t>1日の行動をシミュレーション。</a:t>
            </a:r>
            <a:br/>
            <a:r>
              <a:t>「いつ」「どこで」情報を</a:t>
            </a:r>
            <a:br/>
            <a:r>
              <a:t>届ければいいかがわかります。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39" y="1371600"/>
            <a:ext cx="731520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39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今のSNS・集客の</a:t>
            </a:r>
            <a:br/>
            <a:r>
              <a:t>改善点がわかる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3566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今やっているInstagramや</a:t>
            </a:r>
            <a:br/>
            <a:r>
              <a:t>チラシの効果をAIが診断。</a:t>
            </a:r>
            <a:br/>
            <a:r>
              <a:t>「何を変えればいいか」が</a:t>
            </a:r>
            <a:br/>
            <a:r>
              <a:t>具体的にわかります。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371600"/>
            <a:ext cx="731520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明日からの</a:t>
            </a:r>
            <a:br/>
            <a:r>
              <a:t>アクションが決まる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66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ネット（SNS）とリアル</a:t>
            </a:r>
            <a:br/>
            <a:r>
              <a:t>（店頭・口コミ）に分けて、</a:t>
            </a:r>
            <a:br/>
            <a:r>
              <a:t>コスト0円で今すぐできる</a:t>
            </a:r>
            <a:br/>
            <a:r>
              <a:t>アクションを持ち帰れます。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使うのはコレだけ！ 無料AIツール「FELO」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</a:defRPr>
            </a:pPr>
            <a:r>
              <a:t>FELOってなに？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✅  質問を入力するだけで、AIが最新情報を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    調べてまとめてくれる無料ツール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✅  アカウント登録なしですぐ使える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✅  スマホのブラウザから開くだけ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✅  講座では講師と一緒に操作するので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    初めてでも安心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4846320" cy="457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6C00"/>
                </a:solidFill>
              </a:defRPr>
            </a:pPr>
            <a:r>
              <a:t>講座での使い方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333333"/>
                </a:solidFill>
              </a:defRPr>
            </a:pPr>
            <a:r>
              <a:t>① 講師がスクリーンで実演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333333"/>
                </a:solidFill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defRPr sz="2200" b="1">
                <a:solidFill>
                  <a:srgbClr val="333333"/>
                </a:solidFill>
              </a:defRPr>
            </a:pPr>
            <a:r>
              <a:t>② 参加者も一緒に同じ操作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333333"/>
                </a:solidFill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defRPr sz="2200" b="1">
                <a:solidFill>
                  <a:srgbClr val="333333"/>
                </a:solidFill>
              </a:defRPr>
            </a:pPr>
            <a:r>
              <a:t>③ AIの回答をシートにメモ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333333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E86C00"/>
                </a:solidFill>
              </a:defRPr>
            </a:pPr>
            <a:r>
              <a:t>※ 難しい操作は一切ありません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90分の流れ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0:00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9F"/>
                </a:solidFill>
              </a:defRPr>
            </a:pPr>
            <a:r>
              <a:t>5分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オープニング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1732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今日のゴール説明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21408"/>
            <a:ext cx="10698480" cy="685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0:05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128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9F"/>
                </a:solidFill>
              </a:defRPr>
            </a:pPr>
            <a:r>
              <a:t>10分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12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ワーク①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6712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自店の現状を書き出す</a:t>
            </a:r>
            <a:br/>
            <a:r>
              <a:t>（SNS・集客の棚卸し）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71215"/>
            <a:ext cx="10698480" cy="6858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62655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0:15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962655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9F"/>
                </a:solidFill>
              </a:defRPr>
            </a:pPr>
            <a:r>
              <a:t>30分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962655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ワーク②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916935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講師と一緒にFELOで分析</a:t>
            </a:r>
            <a:br/>
            <a:r>
              <a:t>（3ステップ）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21024"/>
            <a:ext cx="10698480" cy="685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1246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0:45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71246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9F"/>
                </a:solidFill>
              </a:defRPr>
            </a:pPr>
            <a:r>
              <a:t>20分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71246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ワーク③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666744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アクションシート完成</a:t>
            </a:r>
            <a:br/>
            <a:r>
              <a:t>（ネット/リアルに分けて）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370831"/>
            <a:ext cx="10698480" cy="68580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62271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1:05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462271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9F"/>
                </a:solidFill>
              </a:defRPr>
            </a:pPr>
            <a:r>
              <a:t>10分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46227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グループシェア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416551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全員でシートを共有</a:t>
            </a:r>
            <a:br/>
            <a:r>
              <a:t>互いの施策から学び合う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20640"/>
            <a:ext cx="10698480" cy="6858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212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1:15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212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9F"/>
                </a:solidFill>
              </a:defRPr>
            </a:pPr>
            <a:r>
              <a:t>10分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212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宣言タイム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16636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「明日やること1つ」</a:t>
            </a:r>
            <a:br/>
            <a:r>
              <a:t>を全員が発表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870448"/>
            <a:ext cx="1069848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9618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1:25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59618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6A9F"/>
                </a:solidFill>
              </a:defRPr>
            </a:pPr>
            <a:r>
              <a:t>5分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9618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まとめ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591616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関ビズ個別相談の案内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AIに聞く3つの質問（ワーク②の詳細）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56616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566160" cy="6400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3716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FFFFFF"/>
                </a:solidFill>
              </a:defRPr>
            </a:pPr>
            <a:r>
              <a:t>8分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2A4A"/>
                </a:solidFill>
              </a:defRPr>
            </a:pPr>
            <a:r>
              <a:t>お客様の「1日」を</a:t>
            </a:r>
            <a:br/>
            <a:r>
              <a:t>見える化する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理想のお客様がいつスマホを</a:t>
            </a:r>
            <a:br/>
            <a:r>
              <a:t>見るか、いつお店の情報に</a:t>
            </a:r>
            <a:br/>
            <a:r>
              <a:t>触れるかをAIが分析</a:t>
            </a:r>
            <a:br/>
            <a:br/>
            <a:r>
              <a:t>→ 今のInstagram投稿の</a:t>
            </a:r>
            <a:br/>
            <a:r>
              <a:t>   診断もしてくれる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56616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56616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3716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FFFFFF"/>
                </a:solidFill>
              </a:defRPr>
            </a:pPr>
            <a:r>
              <a:t>10分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2A4A"/>
                </a:solidFill>
              </a:defRPr>
            </a:pPr>
            <a:r>
              <a:t>「知る→気になる→</a:t>
            </a:r>
            <a:br/>
            <a:r>
              <a:t> 行ってみる」を分析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お客様が店を知ってから</a:t>
            </a:r>
            <a:br/>
            <a:r>
              <a:t>来店するまでの心の動きと、</a:t>
            </a:r>
            <a:br/>
            <a:r>
              <a:t>最適な伝え方をAIが提案</a:t>
            </a:r>
            <a:br/>
            <a:br/>
            <a:r>
              <a:t>→ 背中を押す「最後の一言」</a:t>
            </a:r>
            <a:br/>
            <a:r>
              <a:t>   も教えてくれる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56616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566160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13716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FFFFFF"/>
                </a:solidFill>
              </a:defRPr>
            </a:pPr>
            <a:r>
              <a:t>12分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2A4A"/>
                </a:solidFill>
              </a:defRPr>
            </a:pPr>
            <a:r>
              <a:t>明日からできる</a:t>
            </a:r>
            <a:br/>
            <a:r>
              <a:t>アクションプラン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3832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ネット施策とリアル施策に</a:t>
            </a:r>
            <a:br/>
            <a:r>
              <a:t>分けて、コスト0円で</a:t>
            </a:r>
            <a:br/>
            <a:r>
              <a:t>できるアクションをAIが提案</a:t>
            </a:r>
            <a:br/>
            <a:br/>
            <a:r>
              <a:t>→ 明日/1週間/1ヶ月の</a:t>
            </a:r>
            <a:br/>
            <a:r>
              <a:t>   3段階で具体的に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参加者同士で学び合う「グループシェア」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6人全員でアクションシートを共有し、互いの集客アイデアからヒントをもらう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3474720" cy="384048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20240" y="2560320"/>
            <a:ext cx="73152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</a:defRPr>
            </a:pPr>
            <a:r>
              <a:t>自分のシートを共有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「うちの店は今〇〇をやっていて、</a:t>
            </a:r>
            <a:br/>
            <a:r>
              <a:t>AIに聞いたら〇〇がわかりました」</a:t>
            </a:r>
            <a:br/>
            <a:r>
              <a:t>→ 1人1分で発表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377440"/>
            <a:ext cx="3474720" cy="384048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79" y="2560320"/>
            <a:ext cx="73152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79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3474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</a:defRPr>
            </a:pPr>
            <a:r>
              <a:t>お客さん目線で</a:t>
            </a:r>
            <a:br/>
            <a:r>
              <a:t>フィードバック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44805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「その投稿、○○時に見たら</a:t>
            </a:r>
            <a:br/>
            <a:r>
              <a:t>行きたくなります！」</a:t>
            </a:r>
            <a:br/>
            <a:r>
              <a:t>→ 異業種の視点が新鮮な気づきに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377440"/>
            <a:ext cx="3474720" cy="384048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18320" y="2560320"/>
            <a:ext cx="73152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74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</a:defRPr>
            </a:pPr>
            <a:r>
              <a:t>他の人のアイデアを</a:t>
            </a:r>
            <a:br/>
            <a:r>
              <a:t>自分のシートに追記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4805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「これ自分もやりたい！」</a:t>
            </a:r>
            <a:br/>
            <a:r>
              <a:t>と思ったものは遠慮なくメモ</a:t>
            </a:r>
            <a:br/>
            <a:r>
              <a:t>→ 6人分のアイデアが全員の財産に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参加者が持ち帰るもの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332720" cy="2286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6C00"/>
                </a:solidFill>
              </a:defRPr>
            </a:pPr>
            <a:r>
              <a:t>📝  1枚アクションシート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・自店の現状分析（今やっている集客の棚卸し）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・ネット施策 3つ（明日 / 1週間以内 / 1ヶ月以内）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・リアル施策 3つ（明日 / 1週間以内 / 1ヶ月以内）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333333"/>
                </a:solidFill>
              </a:defRPr>
            </a:pPr>
            <a:r>
              <a:t>・「明日やること1つ」の宣言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347472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A9F"/>
                </a:solidFill>
              </a:defRPr>
            </a:pPr>
            <a:r>
              <a:t>🤖  FELOの使い方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講座後も自宅で使える。</a:t>
            </a:r>
            <a:br/>
            <a:r>
              <a:t>季節やメニューが変われば</a:t>
            </a:r>
            <a:br/>
            <a:r>
              <a:t>新しいプランが作れる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4114800"/>
            <a:ext cx="347472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4297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A9F"/>
                </a:solidFill>
              </a:defRPr>
            </a:pPr>
            <a:r>
              <a:t>💡  仲間のアイデア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4846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6人分の集客アイデアを</a:t>
            </a:r>
            <a:br/>
            <a:r>
              <a:t>グループシェアで共有。</a:t>
            </a:r>
            <a:br/>
            <a:r>
              <a:t>異業種の視点がヒントに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114800"/>
            <a:ext cx="347472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297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A9F"/>
                </a:solidFill>
              </a:defRPr>
            </a:pPr>
            <a:r>
              <a:t>🔗  関ビズの個別相談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8463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講座後もサポート。</a:t>
            </a:r>
            <a:br/>
            <a:r>
              <a:t>アクション実行の相談や</a:t>
            </a:r>
            <a:br/>
            <a:r>
              <a:t>次のステップを一緒に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講座後のフォロー体制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講座は「始まり」。実行と改善を関ビズが継続サポート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347472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2560320"/>
            <a:ext cx="2011680" cy="6400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講座当日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希望者にその場で</a:t>
            </a:r>
            <a:br/>
            <a:r>
              <a:t>関ビズ個別相談を予約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→ すぐに次のステップへ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377440"/>
            <a:ext cx="347472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79" y="2560320"/>
            <a:ext cx="2011680" cy="6400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1週間後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474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参加者へフォロー連絡</a:t>
            </a:r>
            <a:br/>
            <a:r>
              <a:t>アクション進捗の確認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5029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→ 実行のモチベーション維持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377440"/>
            <a:ext cx="347472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560320"/>
            <a:ext cx="2011680" cy="6400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1ヶ月後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474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</a:defRPr>
            </a:pPr>
            <a:r>
              <a:t>成果ヒアリング</a:t>
            </a:r>
            <a:br/>
            <a:r>
              <a:t>（事例化の許可取り）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029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→ 次回講座の実績にも活用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明日からお客さんが増える！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6C00"/>
                </a:solidFill>
              </a:defRPr>
            </a:pPr>
            <a:r>
              <a:t>AIでつくる「うちの店の集客プラン」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✅  無料AIツール「FELO」で、自分の店に合った集客法を発見</a:t>
            </a:r>
          </a:p>
          <a:p>
            <a:pPr algn="l">
              <a:spcBef>
                <a:spcPts val="1400"/>
              </a:spcBef>
              <a:defRPr sz="2200" b="0">
                <a:solidFill>
                  <a:srgbClr val="FFFFFF"/>
                </a:solidFill>
              </a:defRPr>
            </a:pPr>
            <a:r>
              <a:t>✅  ネット × リアル、両方のアクションプランを持ち帰り</a:t>
            </a:r>
          </a:p>
          <a:p>
            <a:pPr algn="l">
              <a:spcBef>
                <a:spcPts val="1400"/>
              </a:spcBef>
              <a:defRPr sz="2200" b="0">
                <a:solidFill>
                  <a:srgbClr val="FFFFFF"/>
                </a:solidFill>
              </a:defRPr>
            </a:pPr>
            <a:r>
              <a:t>✅  参加者同士のシェアで、6人分のアイデアが全員の財産に</a:t>
            </a:r>
          </a:p>
          <a:p>
            <a:pPr algn="l">
              <a:spcBef>
                <a:spcPts val="1400"/>
              </a:spcBef>
              <a:defRPr sz="2200" b="0">
                <a:solidFill>
                  <a:srgbClr val="FFFFFF"/>
                </a:solidFill>
              </a:defRPr>
            </a:pPr>
            <a:r>
              <a:t>✅  講座後も関ビズが継続サポート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CCDD"/>
                </a:solidFill>
              </a:defRPr>
            </a:pPr>
            <a:r>
              <a:t>2026年4月23日（木）  午前10:00 / 午後13:00  |  各回定員6名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