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AI類似図面検索システム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導入検討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第57期 方針活動 No.5 技術部環境整備 ― DX推進計画③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200400" cy="27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新日本金属工業株式会社　技術部 技術課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担当：粟野・津田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2026年2月度 部署長会議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製品種類の増加により図面数が増大し、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目的の図面にたどり着けない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類似製品の検索に時間がかかる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（手作業で過去図面を1枚ずつ確認）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過去の対策品・トラブル履歴の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横展開が遅い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検索ノウハウが設計者の経験値に依存し、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420624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本質的課題：「過去の設計資産が活かせていない」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目指す姿（To-Be）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画像アップロードで即検索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図面画像をアップロードするだけで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類似図面を自動抽出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OCR＋形状のハイブリッド検索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図面の寸法・注記文字をすべて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OCR読取り。注記の文言検索も可能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トラブル履歴と紐付け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過去のトラブル対策履歴と紐付け、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再発防止を即時化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設計横展開の即時化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無駄な再設計をゼロへ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過去資産を最大限に活用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システム機能と解決できる問題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図面をAI画像解析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形状類似度を自動判定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OCRで寸法・注記を全文検索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図面ファイル出力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付帯情報入力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導入後の解決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類似図面の検索が困難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形状AIで瞬時に検索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横展開の遅延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2743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類似事例を即時抽出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設計者の経験値に依存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9496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データベース化で属人性を排除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3840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過去図面の流用を促進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DX実行ステップ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EAF6FF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1（現在）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デモ実施済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・システム部 後藤本部長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・技術 橋爪部長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・後藤にて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デモンストレーション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トライアル実施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完了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稟議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・導入稟議の提出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・投資対効果の算出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・承認取得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4月中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環境準備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・サーバー準備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・システム会社にて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全図面データを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AIに学習・読取り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5月中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・本番環境への実装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・全図面の登録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・運用開始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6月〜7月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8F8F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デモンストレーショントライアル実施済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✔ システム部 後藤本部長・技術 橋爪部長・後藤にてデモ実施　　✔ 4月中に稟議 → 5月サーバー準備・AI学習 → 6〜7月実装予定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費用対効果（想定）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現状の検索コスト（年間）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約137万円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設計者13名 × 月5時間 × 12ヶ月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= 年間780時間 × 時給1,750円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4864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70%削減で見込める年間効果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約96万円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検索時間の半減による人件費削減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＋品質向上・横展開加速の副次効果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デモ実施済 → 4月中に稟議提出 → 5月サーバー準備・AI学習 → 6〜7月 実装予定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第57期 方針活動 No.5 AI類似図面検索システム導入検討</dc:subject>
  <dc:creator>技術部 技術課</dc:creator>
  <cp:lastModifiedBy>技術部 技術課</cp:lastModifiedBy>
  <cp:revision>1</cp:revision>
  <dcterms:created xsi:type="dcterms:W3CDTF">2026-03-24T06:59:02Z</dcterms:created>
  <dcterms:modified xsi:type="dcterms:W3CDTF">2026-03-24T06:59:02Z</dcterms:modified>
</cp:coreProperties>
</file>