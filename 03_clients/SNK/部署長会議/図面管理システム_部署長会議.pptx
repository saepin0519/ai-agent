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AI類似図面検索システム</a:t>
            </a:r>
            <a:endParaRPr lang="en-US" sz="3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導入検討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第57期 方針活動 No.5 技術部環境整備 ― DX推進計画③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3200400" cy="2743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9319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ABB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新日本金属工業株式会社　技術部 技術課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ABB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担当：粟野・津田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ABB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2026年2月度 部署長会議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" cy="320040"/>
          </a:xfrm>
          <a:prstGeom prst="ellipse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現状の課題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1188720"/>
          </a:xfrm>
          <a:prstGeom prst="rect">
            <a:avLst>
              <a:gd name="adj" fmla="val 7692"/>
            </a:avLst>
          </a:prstGeom>
          <a:solidFill>
            <a:srgbClr val="FEF9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1188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課題①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製品種類の増加により図面数が増大し、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目的の図面にたどり着けない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1188720"/>
          </a:xfrm>
          <a:prstGeom prst="rect">
            <a:avLst>
              <a:gd name="adj" fmla="val 7692"/>
            </a:avLst>
          </a:prstGeom>
          <a:solidFill>
            <a:srgbClr val="FEF9F0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097280"/>
            <a:ext cx="54864" cy="1188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課題②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463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類似製品の検索に時間がかかる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（手作業で過去図面を1枚ずつ確認）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3931920" cy="1188720"/>
          </a:xfrm>
          <a:prstGeom prst="rect">
            <a:avLst>
              <a:gd name="adj" fmla="val 7692"/>
            </a:avLst>
          </a:prstGeom>
          <a:solidFill>
            <a:srgbClr val="FEF9F0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560320"/>
            <a:ext cx="54864" cy="1188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51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課題③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9260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過去の対策品・トラブル履歴の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横展開が遅い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560320"/>
            <a:ext cx="3931920" cy="1188720"/>
          </a:xfrm>
          <a:prstGeom prst="rect">
            <a:avLst>
              <a:gd name="adj" fmla="val 7692"/>
            </a:avLst>
          </a:prstGeom>
          <a:solidFill>
            <a:srgbClr val="FEF9F0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2560320"/>
            <a:ext cx="54864" cy="1188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651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課題④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9260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検索ノウハウが設計者の経験値に依存し、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無駄な再設計が発生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371600" y="4206240"/>
            <a:ext cx="6400800" cy="640080"/>
          </a:xfrm>
          <a:prstGeom prst="roundRect">
            <a:avLst>
              <a:gd name="adj" fmla="val 14286"/>
            </a:avLst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" y="42062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本質的課題：「過去の設計資産が活かせていない」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" cy="320040"/>
          </a:xfrm>
          <a:prstGeom prst="ellipse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目指す姿（To-Be）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1371600"/>
          </a:xfrm>
          <a:prstGeom prst="rect">
            <a:avLst>
              <a:gd name="adj" fmla="val 6667"/>
            </a:avLst>
          </a:prstGeom>
          <a:solidFill>
            <a:srgbClr val="EAF6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13716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画像アップロードで即検索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図面画像をアップロードするだけで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類似図面を自動抽出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1371600"/>
          </a:xfrm>
          <a:prstGeom prst="rect">
            <a:avLst>
              <a:gd name="adj" fmla="val 6667"/>
            </a:avLst>
          </a:prstGeom>
          <a:solidFill>
            <a:srgbClr val="EAF6FF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097280"/>
            <a:ext cx="54864" cy="13716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テキスト＋形状のハイブリッド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6002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テキスト検索＋形状AI検索の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併用で高精度マッチング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3931920" cy="1371600"/>
          </a:xfrm>
          <a:prstGeom prst="rect">
            <a:avLst>
              <a:gd name="adj" fmla="val 6667"/>
            </a:avLst>
          </a:prstGeom>
          <a:solidFill>
            <a:srgbClr val="EAF6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743200"/>
            <a:ext cx="54864" cy="13716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80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トラブル履歴と紐付け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過去のトラブル対策履歴と紐付け、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再発防止を即時化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743200"/>
            <a:ext cx="3931920" cy="1371600"/>
          </a:xfrm>
          <a:prstGeom prst="rect">
            <a:avLst>
              <a:gd name="adj" fmla="val 6667"/>
            </a:avLst>
          </a:prstGeom>
          <a:solidFill>
            <a:srgbClr val="EAF6FF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2743200"/>
            <a:ext cx="54864" cy="13716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880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設計横展開の即時化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2461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無駄な再設計をゼロへ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過去資産を最大限に活用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" cy="320040"/>
          </a:xfrm>
          <a:prstGeom prst="ellipse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システム機能と解決できる問題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2980B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図面データを画像解析（AI）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48840" y="105156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2980B9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形状類似度を自動判定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40480" y="105156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2980B9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図面ファイル出力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532120" y="105156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2980B9"/>
          </a:solidFill>
          <a:ln/>
        </p:spPr>
      </p:sp>
      <p:sp>
        <p:nvSpPr>
          <p:cNvPr id="12" name="Text 10"/>
          <p:cNvSpPr/>
          <p:nvPr/>
        </p:nvSpPr>
        <p:spPr>
          <a:xfrm>
            <a:off x="553212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テキスト検索対応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223760" y="105156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2980B9"/>
          </a:solidFill>
          <a:ln/>
        </p:spPr>
      </p:sp>
      <p:sp>
        <p:nvSpPr>
          <p:cNvPr id="14" name="Text 12"/>
          <p:cNvSpPr/>
          <p:nvPr/>
        </p:nvSpPr>
        <p:spPr>
          <a:xfrm>
            <a:off x="722376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付帯情報入力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737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現状の課題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31920" y="1737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0" y="1737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導入後の解決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194560"/>
            <a:ext cx="822960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1945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類似図面の検索が困難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31920" y="21945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94960" y="21945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形状AIで瞬時に検索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743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横展開の遅延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31920" y="27432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394960" y="2743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類似事例を即時抽出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291840"/>
            <a:ext cx="822960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291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設計者の経験値に依存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931920" y="32918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394960" y="3291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データベース化で属人性を排除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840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無駄な再設計が発生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931920" y="38404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394960" y="3840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過去図面の流用を促進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" cy="320040"/>
          </a:xfrm>
          <a:prstGeom prst="ellipse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DX実行ステップ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1920240" cy="2743200"/>
          </a:xfrm>
          <a:prstGeom prst="roundRect">
            <a:avLst>
              <a:gd name="adj" fmla="val 5714"/>
            </a:avLst>
          </a:prstGeom>
          <a:solidFill>
            <a:srgbClr val="EAF6FF"/>
          </a:solidFill>
          <a:ln w="25400">
            <a:solidFill>
              <a:srgbClr val="2980B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18872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188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1（現在）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トライアル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・類似検索の精度検証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・100枚の図面で実業務検証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・検索時間を計測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3月〜5月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1051560"/>
            <a:ext cx="1920240" cy="2743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D5E4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118872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13" name="Text 11"/>
          <p:cNvSpPr/>
          <p:nvPr/>
        </p:nvSpPr>
        <p:spPr>
          <a:xfrm>
            <a:off x="3017520" y="1188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評価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43200" y="196596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・精度評価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（80%以上が目標）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・検索時間の比較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・投資対効果を算出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4月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051560"/>
            <a:ext cx="1920240" cy="2743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D5E4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66360" y="118872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19" name="Text 17"/>
          <p:cNvSpPr/>
          <p:nvPr/>
        </p:nvSpPr>
        <p:spPr>
          <a:xfrm>
            <a:off x="5166360" y="1188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9204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導入判断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92040" y="196596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・本導入の可否決定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・図面管理システム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との連携設計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6月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03720" y="1051560"/>
            <a:ext cx="1920240" cy="2743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D5E4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0" y="118872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0" y="1188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4088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本運用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40880" y="196596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・全図面の登録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・付帯情報の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入力ルール策定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・トラブル履歴紐付け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4088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5月〜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E8F8F0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977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3/19 テストトライアル実施予定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4297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✔ 100枚の図面データで類似検索の精度検証　　✔ 実業務での検索フロー検証・時間計測　　✔ 検索精度80%以上を目標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" cy="320040"/>
          </a:xfrm>
          <a:prstGeom prst="ellipse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費用対効果（想定）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25400">
            <a:solidFill>
              <a:srgbClr val="D5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現状の検索コスト（年間）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300万円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設計者5名 × 月10時間 × 12ヶ月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= 年間600時間 × 時給5,000円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18288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5486400" y="11887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2980B9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CC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50%削減で見込める年間効果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0" y="1737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150万円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486400" y="24688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ACC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導入費用次第でROI成立可能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ACC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＋品質向上・横展開加速の副次効果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AF6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まず STEP1 のトライアル（3/19）で精度を検証し、80%以上であれば本導入を検討します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第57期 方針活動 No.5 AI類似図面検索システム導入検討</dc:subject>
  <dc:creator>技術部 技術課</dc:creator>
  <cp:lastModifiedBy>技術部 技術課</cp:lastModifiedBy>
  <cp:revision>1</cp:revision>
  <dcterms:created xsi:type="dcterms:W3CDTF">2026-03-24T06:47:34Z</dcterms:created>
  <dcterms:modified xsi:type="dcterms:W3CDTF">2026-03-24T06:47:34Z</dcterms:modified>
</cp:coreProperties>
</file>