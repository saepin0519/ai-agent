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テキスト＋形状のハイブリッド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テキスト検索＋形状AI検索の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併用で高精度マッチング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図面データを画像解析（AI）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テキスト検索対応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デモ実施済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・システム部 後藤本部長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・技術 橋爪部長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・後藤にて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デモンストレーション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トライアル実施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稟議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・導入稟議の提出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・投資対効果の算出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・サーバー準備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・システム会社にて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全図面データを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AIに学習・読取り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・本番環境への実装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6月〜7月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デモンストレーショントライアル実施済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システム部 後藤本部長・技術 橋爪部長・後藤にてデモ実施　　✔ 4月中に稟議 → 5月サーバー準備・AI学習 → 6〜7月実装予定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約57万円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設計者9名 × 月3時間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年間324時間 × 時給1,750円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約28万円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検索時間の半減による人件費削減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デモ実施済 → 4月中に稟議提出 → 5月サーバー準備・AI学習 → 6〜7月 実装予定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2026-03-24T06:54:36Z</dcterms:created>
  <dcterms:modified xsi:type="dcterms:W3CDTF">2026-03-24T06:54:36Z</dcterms:modified>
</cp:coreProperties>
</file>